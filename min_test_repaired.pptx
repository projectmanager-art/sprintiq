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/>
            <a:r>
              <a:rPr lang="en-GB" sz="3200" b="1">
                <a:solidFill>
                  <a:srgbClr val="0F172A"/>
                </a:solidFill>
                <a:latin typeface="Segoe UI"/>
              </a:rPr>
              <a:t>Minimal Test</a:t>
            </a:r>
          </a:p>
        </p:txBody>
      </p:sp>
      <p:sp>
        <p:nvSpPr>
          <p:cNvPr id="3" name="box"/>
          <p:cNvSpPr/>
          <p:nvPr/>
        </p:nvSpPr>
        <p:spPr>
          <a:xfrm>
            <a:off x="914400" y="274320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pPr algn="l"/>
            <a:r>
              <a:rPr lang="en-GB" sz="1200">
                <a:solidFill>
                  <a:srgbClr val="475569"/>
                </a:solidFill>
                <a:latin typeface="Segoe UI"/>
              </a:rPr>
              <a:t>Card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Segoe UI</vt:lpstr>
      <vt:lpstr>MgmtTheme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Sandeep Fastranking</cp:lastModifiedBy>
  <cp:revision>1</cp:revision>
  <dcterms:modified xsi:type="dcterms:W3CDTF">2026-08-19T15:00:48Z</dcterms:modified>
</cp:coreProperties>
</file>