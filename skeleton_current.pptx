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6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85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44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99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5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8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77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19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03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54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61EA-0A22-4315-97DA-3EC10475D37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1435F-6053-4CD1-98A4-CFAE733B40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2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Fastranking</dc:creator>
  <cp:lastModifiedBy>Sandeep Fastranking</cp:lastModifiedBy>
  <cp:revision>1</cp:revision>
  <dcterms:created xsi:type="dcterms:W3CDTF">2026-08-19T14:21:12Z</dcterms:created>
  <dcterms:modified xsi:type="dcterms:W3CDTF">2026-08-19T14:21:12Z</dcterms:modified>
</cp:coreProperties>
</file>