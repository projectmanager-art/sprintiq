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060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857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449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997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15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789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776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3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190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030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544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426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381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mtClean="0"/>
              <a:t>probe3 ok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632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Sandeep Fastranking</dc:creator>
  <cp:lastModifiedBy>Sandeep Fastranking</cp:lastModifiedBy>
  <cp:revision>1</cp:revision>
  <dcterms:created xsi:type="dcterms:W3CDTF">2026-08-19T14:21:12Z</dcterms:created>
  <dcterms:modified xsi:type="dcterms:W3CDTF">2026-08-19T14:21:12Z</dcterms:modified>
</cp:coreProperties>
</file>