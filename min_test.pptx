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3200" b="1">
                <a:solidFill>
                  <a:srgbClr val="0F172A"/>
                </a:solidFill>
                <a:latin typeface="Segoe UI"/>
              </a:rPr>
              <a:t>Minimal Test</a:t>
            </a:r>
          </a:p>
        </p:txBody>
      </p:sp>
      <p:sp>
        <p:nvSpPr>
          <p:cNvPr id="3" name="box"/>
          <p:cNvSpPr/>
          <p:nvPr/>
        </p:nvSpPr>
        <p:spPr>
          <a:xfrm>
            <a:off x="914400" y="2743200"/>
            <a:ext cx="3657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200">
                <a:solidFill>
                  <a:srgbClr val="475569"/>
                </a:solidFill>
                <a:latin typeface="Segoe UI"/>
              </a:rPr>
              <a:t>Card value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486400" y="1828800"/>
          <a:ext cx="2743200" cy="822960"/>
        </p:xfrm>
        <a:graphic>
          <a:graphicData uri="http://schemas.openxmlformats.org/drawingml/2006/table">
            <a:tbl>
              <a:tblPr firstRow="1" bandRow="1"/>
              <a:tblGrid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H1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H2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