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00000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04000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40000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MgmtTheme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Invoice, Project &amp; Development Effort Analysis</dc:title>
  <dc:subject>Management Review 2023 - Present</dc:subject>
  <dc:creator>Business Analysis</dc:creator>
  <cp:lastModifiedBy>Sandeep Fastranking</cp:lastModifiedBy>
  <cp:revision>1</cp:revision>
  <dcterms:created xsi:type="dcterms:W3CDTF">2026-08-19T09:00:00Z</dcterms:created>
  <dcterms:modified xsi:type="dcterms:W3CDTF">2026-08-19T16:28:12Z</dcterms:modified>
</cp:coreProperties>
</file>