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ableStyles" Target="tableStyles.xml"/><Relationship Id="rId10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 of invoice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45.9%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500"/>
              </a:spcAft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>
              <a:spcAft>
                <a:spcPts val="500"/>
              </a:spcAft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>
              <a:spcAft>
                <a:spcPts val="500"/>
              </a:spcAft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>
              <a:spcAft>
                <a:spcPts val="500"/>
              </a:spcAft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>
              <a:spcAft>
                <a:spcPts val="500"/>
              </a:spcAft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>
              <a:spcAft>
                <a:spcPts val="500"/>
              </a:spcAft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>
              <a:spcAft>
                <a:spcPts val="500"/>
              </a:spcAft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