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000000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040000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040000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marL="228600" indent="-228600" algn="l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lIns="73152" tIns="36576" rIns="73152" bIns="36576" anchor="t"/>
          <a:lstStyle/>
          <a:p>
            <a:endParaRPr/>
          </a:p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Segoe UI</vt:lpstr>
      <vt:lpstr>MgmtTheme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Invoice, Project &amp; Development Effort Analysis</dc:title>
  <dc:subject>Management Review 2023 - Present</dc:subject>
  <dc:creator>Business Analysis</dc:creator>
  <cp:lastModifiedBy>Sandeep Fastranking</cp:lastModifiedBy>
  <cp:revision>1</cp:revision>
  <dcterms:created xsi:type="dcterms:W3CDTF">2026-08-19T09:00:00Z</dcterms:created>
  <dcterms:modified xsi:type="dcterms:W3CDTF">2026-08-19T15:26:34Z</dcterms:modified>
</cp:coreProperties>
</file>